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908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Karachi Citizen Helper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491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Karachi services, simplified.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79962"/>
            <a:ext cx="2384663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036616"/>
            <a:ext cx="27674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 PROJECT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419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16051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114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Where do I go?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20095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place to find offices, hospitals, or government services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16051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do I need?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2009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procedures and required documents for basic civic tasks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1172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📞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Who do I call?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7157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and helpline numbers scattered across dozens of sources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4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108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613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71923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searchable hub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2826" y="2035274"/>
            <a:ext cx="351364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Karachi Citizen Helper organizes verified civic information into a clean, easy-to-navigate experience — linking users directly to official government sources.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22826" y="3348633"/>
            <a:ext cx="3513645" cy="1566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by categories users actually need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info, official links — not a replacement for government portals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Fast, simple, mobile-friendly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22826" y="5114330"/>
            <a:ext cx="3513645" cy="987623"/>
          </a:xfrm>
          <a:prstGeom prst="roundRect">
            <a:avLst>
              <a:gd name="adj" fmla="val 7787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880" y="5386685"/>
            <a:ext cx="228793" cy="1830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7727" y="5319713"/>
            <a:ext cx="273569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Aapko kis cheez ki zarurat hai? — You choose. We guide.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93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7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Works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21085"/>
            <a:ext cx="10868745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4469971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Category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955303" y="5141893"/>
            <a:ext cx="1642671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spc="-3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category or area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173680" y="4469971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Official Link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73680" y="5141893"/>
            <a:ext cx="1642670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spc="-3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link or view map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03632" y="1649598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Home Page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403632" y="2321520"/>
            <a:ext cx="1642671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spc="-3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at the main site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01093" y="1649598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 Details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01093" y="2027391"/>
            <a:ext cx="1642670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spc="-3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info and contact details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18622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path from question to answer — in four simple steps.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78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Categories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96492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CNIC, Domicile, Passport, Driving Licence, Birth Certificate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9649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Universities, Admissions, Scholarships, Entry Tests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096492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Emergency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Hospitals, Ambulance, Police, Fire Brigade, Helplines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71656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Utilities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12524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Water, Sewerage, Gas, Electricity, Municipal Complaints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71656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Area Finder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12524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your area — discover nearby services, offices, and contacts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607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108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Area-Based Experience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712"/>
            <a:ext cx="6908330" cy="39147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22826" y="1608336"/>
            <a:ext cx="2506203" cy="284460"/>
          </a:xfrm>
          <a:prstGeom prst="roundRect">
            <a:avLst>
              <a:gd name="adj" fmla="val 21629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8132658" y="1663204"/>
            <a:ext cx="2896123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29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📍</a:t>
            </a:r>
            <a:pPr algn="l" indent="0" marL="0">
              <a:lnSpc>
                <a:spcPct val="96000"/>
              </a:lnSpc>
              <a:buNone/>
            </a:pPr>
            <a:r>
              <a:rPr lang="en-US" sz="1150" spc="-29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FUTURE COLONY — EXAMPLE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22826" y="1963738"/>
            <a:ext cx="351364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your area. Discover everything nearby.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1484" y="2741017"/>
            <a:ext cx="274631" cy="274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17826" y="2735362"/>
            <a:ext cx="291864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Nearest Hospital &amp; Pharmacy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1484" y="3667820"/>
            <a:ext cx="274631" cy="274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17826" y="3662164"/>
            <a:ext cx="291864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Police Station &amp; Emergency Contacts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1484" y="4594622"/>
            <a:ext cx="274631" cy="2746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17826" y="4588966"/>
            <a:ext cx="291864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Government Offices &amp; Schools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91484" y="5521424"/>
            <a:ext cx="274631" cy="274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17826" y="5515769"/>
            <a:ext cx="291864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Transport Info &amp; Complaint Links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MVP Scope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8988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9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small. Validate fast.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92388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spc="-15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Rather than attempting all of Karachi at once, the MVP launches with four manageable areas.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555603"/>
            <a:ext cx="531551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spc="-15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Colony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primary pilot area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spc="-15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Landhi, Korangi, Shah Faisal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adjacent expansion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real usage and gather feedback before scaling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spc="-15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to verify and maintain accurate data at small scale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09750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005112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160984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Search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16984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any service instantly by keyword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809750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005112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160984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Nav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316984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browsing by topic and need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809750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005112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2160984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76115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Area Filter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316984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tailored to your neighborhood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832" y="435441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0" y="451028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Official Links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519142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access to verified government portals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658" y="435441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1626" y="451028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Mobile-First UI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519142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phones — where users actually search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51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Expansion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83148" y="1437977"/>
            <a:ext cx="25399" cy="4413845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5378167" y="1627882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5893198" y="1437977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0715" y="1471712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1499890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spc="-53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MVP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1884363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areas live, core categories, verified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3097" y="2691904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893198" y="2501999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0715" y="253573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96632" y="2563912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— Grow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996632" y="2948384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Karachi areas, user feedback loop, data updates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78167" y="3615134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3198" y="342523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0715" y="345896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1475" y="3487142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spc="-53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— Expand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3871615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support (Urdu), more civic services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3097" y="4538464"/>
            <a:ext cx="54043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3198" y="4348559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0715" y="438229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996632" y="4410472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4 — Scale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996632" y="4794945"/>
            <a:ext cx="453358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Karachi coverage, community-verified information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1475" y="6045002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phase is driven by real usage data — not assumptions.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2385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Conclusion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997968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39710" y="2004318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428717" y="219333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🕐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Less Time Lost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02012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right office, number, or procedure in seconds — not hours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81790" y="2004318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004318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0" name="Text 7"/>
          <p:cNvSpPr/>
          <p:nvPr/>
        </p:nvSpPr>
        <p:spPr>
          <a:xfrm>
            <a:off x="8570797" y="219333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Less Confusion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70797" y="2602012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Organized, verified civic info — always linked to official sources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9710" y="369828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9710" y="369828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4" name="Text 11"/>
          <p:cNvSpPr/>
          <p:nvPr/>
        </p:nvSpPr>
        <p:spPr>
          <a:xfrm>
            <a:off x="5428717" y="388729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🌆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Scalable Impact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8717" y="429597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grow — from 4 areas to all of Karachi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516821" y="5219005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local. Make it useful. Scale Karachi-wide.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3360" y="5006380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2026-10-01T18:06:36Z</dcterms:created>
  <dcterms:modified xsi:type="dcterms:W3CDTF">2026-10-01T18:06:36Z</dcterms:modified>
</cp:coreProperties>
</file>